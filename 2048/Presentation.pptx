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3" r:id="rId8"/>
    <p:sldId id="265" r:id="rId9"/>
    <p:sldId id="273" r:id="rId10"/>
    <p:sldId id="274" r:id="rId11"/>
    <p:sldId id="276" r:id="rId12"/>
    <p:sldId id="275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-4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DB78A697-9D75-4DE8-8C28-1296A6CF43C1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D967-1B7E-40AA-AAF7-BA98E0E039F7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490F-3E6A-4544-9694-22B6007FE3C6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F9620-38BC-4982-922B-C904A70C41DD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FC6-E80E-40CB-B83C-A6FFE3EF0BA6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863F-52DC-41B2-9D00-5A4E5632AC32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14-3909-43DC-A067-7F9842F8B81D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9323-6A73-409C-86A6-9EAF0F851121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0176-F1D3-49EC-82F4-0915A3AC4184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3075A-B3CA-4308-8288-4AA3FDE33D80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4B8D-FEEF-4ACC-AE11-BD533592BCDC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26006-7E0B-4944-9FC8-8FFECA54B11C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A3413-B80B-4905-8668-7292F4C8B0D5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19662-C6A4-45F9-A235-129F0C1DEF43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BB764-976A-4040-BDCA-252C91CEE939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C935-CE77-4008-BAD9-6108F00BE393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62D5-4244-4B26-B385-E71032EABECD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50172865-FBF0-458A-BAFF-4F75173770F5}" type="datetimeFigureOut">
              <a:rPr lang="en-US" dirty="0"/>
              <a:t>6/8/2019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guyenanhdung1206/2048-game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-276458" y="759386"/>
            <a:ext cx="11958342" cy="31341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Game demo</a:t>
            </a:r>
            <a:br>
              <a:rPr lang="en-US" dirty="0" smtClean="0"/>
            </a:br>
            <a:r>
              <a:rPr lang="en-US" dirty="0" smtClean="0"/>
              <a:t>2048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3013153" y="3566485"/>
            <a:ext cx="7726701" cy="435897"/>
          </a:xfrm>
        </p:spPr>
        <p:txBody>
          <a:bodyPr/>
          <a:lstStyle/>
          <a:p>
            <a:r>
              <a:rPr lang="en-US" dirty="0" smtClean="0"/>
              <a:t>Data structure and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79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Members &amp; Contribution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 smtClean="0">
                <a:latin typeface="Arial" panose="020B0604020202020204" pitchFamily="34" charset="0"/>
                <a:cs typeface="Arial" panose="020B0604020202020204" pitchFamily="34" charset="0"/>
              </a:rPr>
              <a:t>Nguyễn Anh Dũng: 100% </a:t>
            </a:r>
          </a:p>
        </p:txBody>
      </p:sp>
    </p:spTree>
    <p:extLst>
      <p:ext uri="{BB962C8B-B14F-4D97-AF65-F5344CB8AC3E}">
        <p14:creationId xmlns:p14="http://schemas.microsoft.com/office/powerpoint/2010/main" val="325911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38300" y="1829453"/>
            <a:ext cx="10394707" cy="3311189"/>
          </a:xfrm>
        </p:spPr>
        <p:txBody>
          <a:bodyPr/>
          <a:lstStyle/>
          <a:p>
            <a:pPr marL="457200" indent="-457200">
              <a:buClr>
                <a:schemeClr val="tx1"/>
              </a:buClr>
              <a:buSzPct val="120000"/>
              <a:buFont typeface="+mj-lt"/>
              <a:buAutoNum type="arabicPeriod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What this project is about</a:t>
            </a:r>
          </a:p>
          <a:p>
            <a:pPr marL="457200" indent="-457200">
              <a:buClr>
                <a:schemeClr val="tx1"/>
              </a:buClr>
              <a:buSzPct val="120000"/>
              <a:buFont typeface="+mj-lt"/>
              <a:buAutoNum type="arabicPeriod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How to do it</a:t>
            </a:r>
          </a:p>
          <a:p>
            <a:pPr marL="457200" indent="-457200">
              <a:buClr>
                <a:schemeClr val="tx1"/>
              </a:buClr>
              <a:buSzPct val="120000"/>
              <a:buFont typeface="+mj-lt"/>
              <a:buAutoNum type="arabicPeriod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ERD</a:t>
            </a:r>
          </a:p>
          <a:p>
            <a:pPr marL="457200" indent="-457200">
              <a:buClr>
                <a:schemeClr val="tx1"/>
              </a:buClr>
              <a:buSzPct val="120000"/>
              <a:buFont typeface="+mj-lt"/>
              <a:buAutoNum type="arabicPeriod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Schema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Clr>
                <a:schemeClr val="tx1"/>
              </a:buClr>
              <a:buSzPct val="120000"/>
              <a:buFont typeface="+mj-lt"/>
              <a:buAutoNum type="arabicPeriod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Querying Tables</a:t>
            </a:r>
          </a:p>
          <a:p>
            <a:pPr marL="457200" indent="-457200">
              <a:buClr>
                <a:schemeClr val="tx1"/>
              </a:buClr>
              <a:buSzPct val="120000"/>
              <a:buFont typeface="+mj-lt"/>
              <a:buAutoNum type="arabicPeriod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Java program demo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61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7975" y="2260600"/>
            <a:ext cx="6399213" cy="3276600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Arial" pitchFamily="34" charset="0"/>
                <a:cs typeface="Arial" pitchFamily="34" charset="0"/>
              </a:rPr>
              <a:t> The project is about trying to re-creating a game name “2048” where you move the numbers around and combine them into bigger numbers .</a:t>
            </a:r>
          </a:p>
          <a:p>
            <a:r>
              <a:rPr lang="en-US" sz="1800" dirty="0" smtClean="0">
                <a:latin typeface="Arial" pitchFamily="34" charset="0"/>
                <a:cs typeface="Arial" pitchFamily="34" charset="0"/>
              </a:rPr>
              <a:t>Add extra features of undo and redo</a:t>
            </a:r>
          </a:p>
          <a:p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AutoShape 2" descr="HÃ¬nh áº£nh cÃ³ liÃªn qua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188" y="676275"/>
            <a:ext cx="4100512" cy="5467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486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Ideas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The design of the game is basically a 2D array (or matrix).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We will try to work around a matrix , adding numbers to it and making them move and stop when they reach the border or a different number.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Each time a move is taken, a number is generated at a blank space.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If a number is moving in a certain direction an encounter another number with similar value, then combine them to make a bigger number.</a:t>
            </a:r>
            <a:endParaRPr lang="vi-VN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96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Encountered Problems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By making the numbers move one by one, when they merge into a bigger number, they merge everything at the same time.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When you try to move in certain direction but it’s not movable ,the program still generate a random number.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When you can merge, move, win or lose.</a:t>
            </a:r>
            <a:endParaRPr lang="vi-VN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07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743" y="20782"/>
            <a:ext cx="10396882" cy="1151965"/>
          </a:xfrm>
        </p:spPr>
        <p:txBody>
          <a:bodyPr/>
          <a:lstStyle/>
          <a:p>
            <a:r>
              <a:rPr lang="en-US" dirty="0" smtClean="0"/>
              <a:t>4. Class diagram: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3937" y="1701800"/>
            <a:ext cx="6770687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234" y="0"/>
            <a:ext cx="5418001" cy="652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579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62049"/>
            <a:ext cx="10396882" cy="1151965"/>
          </a:xfrm>
        </p:spPr>
        <p:txBody>
          <a:bodyPr/>
          <a:lstStyle/>
          <a:p>
            <a:r>
              <a:rPr lang="en-US" dirty="0" smtClean="0"/>
              <a:t>5. Preview: </a:t>
            </a:r>
            <a:endParaRPr lang="vi-V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588" y="738188"/>
            <a:ext cx="4924425" cy="538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221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Preview: </a:t>
            </a:r>
            <a:endParaRPr lang="vi-V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75" y="512763"/>
            <a:ext cx="6800850" cy="578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2307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5799" y="662049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5. Preview: </a:t>
            </a:r>
            <a:endParaRPr lang="vi-V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663" y="695325"/>
            <a:ext cx="6772275" cy="546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9649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Code:</a:t>
            </a:r>
            <a:endParaRPr lang="vi-VN" dirty="0"/>
          </a:p>
        </p:txBody>
      </p:sp>
      <p:sp>
        <p:nvSpPr>
          <p:cNvPr id="3" name="Rectangle 2"/>
          <p:cNvSpPr/>
          <p:nvPr/>
        </p:nvSpPr>
        <p:spPr>
          <a:xfrm>
            <a:off x="627836" y="1999734"/>
            <a:ext cx="107516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3600" u="sng" dirty="0">
                <a:hlinkClick r:id="rId2"/>
              </a:rPr>
              <a:t>https://github.com/nguyenanhdung1206/2048-game</a:t>
            </a:r>
            <a:endParaRPr lang="vi-VN" sz="3600" dirty="0"/>
          </a:p>
        </p:txBody>
      </p:sp>
    </p:spTree>
    <p:extLst>
      <p:ext uri="{BB962C8B-B14F-4D97-AF65-F5344CB8AC3E}">
        <p14:creationId xmlns:p14="http://schemas.microsoft.com/office/powerpoint/2010/main" val="3992315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</a:t>
            </a:r>
            <a:r>
              <a:rPr lang="en-US" dirty="0" smtClean="0"/>
              <a:t>Demo: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88580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4931" y="2169622"/>
            <a:ext cx="7406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/>
              <a:t>Thank you for listening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0670523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Main Event">
      <a:majorFont>
        <a:latin typeface="Impac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Main Event" id="{AC372BB4-D83D-411E-B849-B641926BA760}" vid="{FE3530EC-BA5B-407C-9B36-00820F3955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185</TotalTime>
  <Words>250</Words>
  <Application>Microsoft Office PowerPoint</Application>
  <PresentationFormat>Custom</PresentationFormat>
  <Paragraphs>31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Main Event</vt:lpstr>
      <vt:lpstr>Game demo 2048 </vt:lpstr>
      <vt:lpstr>Members &amp; Contribution</vt:lpstr>
      <vt:lpstr>contents</vt:lpstr>
      <vt:lpstr>1. Overview</vt:lpstr>
      <vt:lpstr>2. Ideas</vt:lpstr>
      <vt:lpstr>3. Encountered Problems</vt:lpstr>
      <vt:lpstr>4. Class diagram:</vt:lpstr>
      <vt:lpstr>5. Preview: </vt:lpstr>
      <vt:lpstr>5. Preview: </vt:lpstr>
      <vt:lpstr>PowerPoint Presentation</vt:lpstr>
      <vt:lpstr>6. Code:</vt:lpstr>
      <vt:lpstr>7. Demo: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 Retail Application</dc:title>
  <dc:creator>Windows User</dc:creator>
  <cp:lastModifiedBy>computer</cp:lastModifiedBy>
  <cp:revision>17</cp:revision>
  <dcterms:created xsi:type="dcterms:W3CDTF">2019-06-04T13:47:55Z</dcterms:created>
  <dcterms:modified xsi:type="dcterms:W3CDTF">2019-06-08T04:16:04Z</dcterms:modified>
</cp:coreProperties>
</file>